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artificial intelligence-based solution to minimize food waste in college hostel dining facilities.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project brief · Logic Loops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Angle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computer vision and supply tracking for institutional dining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current approaches look separately at kitchen inventory loss or basic plate-level semantic segmentation, combining real-time plate imaging with predictive demand models can dynamically adjust hostel menu preparation volumes.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features an edge-computing setup in the hostel dining hall using a camera module above the dish return conveyor belt connected to a backend processing pipeline. Post-consumer waste images are analyzed via computer vision to calculate plate-level waste percentages, which feed into a centralized predictive demand model. This model combines historical consumption data, real-time waste metrics, and hostel menu schedules to output optimized batch preparation volumes for future meals.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OpenCV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PyTorch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FastAPI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PostgreSQL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Docker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None specified.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28 days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 and Database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 the PostgreSQL database schema for tracking menu items, prep volumes, historical consumption, and plate waste logs. Build initial FastAPI endpoints for data ingestion.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 Waste Estimation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the plate-level image processing script using OpenCV and PyTorch to estimate food volume remaining on returned trays, integrating it with the ingestion API.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Demand Model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 baseline forecasting algorithm that correlates historical prep amounts and real-time waste metrics to dynamically adjust upcoming meal production targets.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and Feedback Loop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React-based dashboard for kitchen staff and administrators to visualize waste analytics, view suggested prep volumes, and track hostel dining efficiency trends.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repositories curated for this project.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A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193D"/>
          </a:solidFill>
          <a:ln w="12700">
            <a:solidFill>
              <a:srgbClr val="15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Loops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ResearchOS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an artificial intelligence-based solution to minimize food waste in college hostel dining facilities.</dc:title>
  <dc:subject>Develop an artificial intelligence-based solution to minimize food waste in college hostel dining facilities.</dc:subject>
  <dc:creator>ResearchOS · Logic Loops</dc:creator>
  <cp:lastModifiedBy>ResearchOS · Logic Loops</cp:lastModifiedBy>
  <cp:revision>1</cp:revision>
  <dcterms:created xsi:type="dcterms:W3CDTF">2026-07-28T17:32:42Z</dcterms:created>
  <dcterms:modified xsi:type="dcterms:W3CDTF">2026-07-28T17:32:42Z</dcterms:modified>
</cp:coreProperties>
</file>