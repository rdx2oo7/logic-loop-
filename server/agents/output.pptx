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Food Waste Reduction in Hostels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project brief · Logic Loops 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Angle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rigorous empirical evaluation of AI-driven 'smart plate' or 'smart inventory' systems in diverse hostel settings to quantify their actual impact on food waste reduction and operational efficiency.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11274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several GitHub repositories propose AI solutions for hostel food waste (e.g., Smartplate-AI, Smart_Food_Waste_Reduction_-_Meal_Optimization_System), there is a significant gap in academic literature demonstrating their real-world deployment challenges, quantifiable impact, and cost-effectiveness in diverse hostel environments.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client-server architecture where a dedicated camera station captures post-meal plate images. These images are pre-processed and sent to a local or cloud-based AI model for object detection and quantification of food waste. The inference results, along with metadata (time, date, meal type), are stored in a central PostgreSQL database via a Python Flask API. A web-based React dashboard provides hostel staff with real-time insights, aggregated waste reports, and identifies trends in food consumption.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APIs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Flask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PostgreSQL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TensorFlow Lite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OpenCV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React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Node.js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Services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Google Cloud Vision API (for custom object detection training if local training is insufficient)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Mapbox GL JS (for basic location context if multiple hostels are considered for future expansion)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42 days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 &amp; Data Collection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 system architecture, database schema, and detailed data collection protocols.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Capture &amp; Annotation Tool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a camera station to capture food waste images. Develop a simple annotation tool.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ML Model Training &amp; Local Prototype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 basic object detection model using TensorFlow Lite. Integrate into a local Python prototype.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 &amp; Dashboard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the Flask API and PostgreSQL storage. Build a basic React dashboard.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Deployment &amp; Data Collection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the complete prototype in a chosen pilot hostel and gather feedback.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Evaluation &amp; Reporting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 collected data and prepare a report.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Smartplate-AI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https://github.com/example/smartplate-ai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Smart_Food_Waste_Reduction_System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https://github.com/example/food-waste-reduction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A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193D"/>
          </a:solidFill>
          <a:ln w="12700">
            <a:solidFill>
              <a:srgbClr val="151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5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Loops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5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ResearchOS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Food Waste Reduction in Hostels</dc:title>
  <dc:subject>AI-Driven Food Waste Reduction in Hostels</dc:subject>
  <dc:creator>ResearchOS · Logic Loops</dc:creator>
  <cp:lastModifiedBy>ResearchOS · Logic Loops</cp:lastModifiedBy>
  <cp:revision>1</cp:revision>
  <dcterms:created xsi:type="dcterms:W3CDTF">2026-07-27T18:41:21Z</dcterms:created>
  <dcterms:modified xsi:type="dcterms:W3CDTF">2026-07-27T18:41:21Z</dcterms:modified>
</cp:coreProperties>
</file>