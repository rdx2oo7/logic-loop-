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519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7315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ResearchOS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109728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an AI-powered tool designed to assist visually impaired individuals in navigating and using Android smartphones.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457200" y="53035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AI-generated project brief · Logic Loops Hackathon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519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745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Innovation Angle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1097280" cy="7315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0"/>
            <a:ext cx="11274552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OS-Level Conversational Navigation Assistant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3657600"/>
            <a:ext cx="112745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IT'S NOVEL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4023360"/>
            <a:ext cx="11274552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D0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navigation systems and wearable devices focus on physical spatial mobility or external hardware like smart glasses; developing an AI-powered tool specifically for on-device Android smartphone navigation bridges the software usability gap.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519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745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1097280" cy="7315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0"/>
            <a:ext cx="11274552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D0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features a lightweight on-device Android service leveraging an accessibility layer and a vision processing pipeline to capture UI frames, apply real-time image correction for blur and lighting, and interpret user voice commands. A locally running quantized large language model maps conversational intents directly to Android UI actions and navigation gestures, executing them locally without relying on heavy external cloud infrastructure.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519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745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 &amp; APIs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1097280" cy="7315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5029200" cy="914400"/>
        </p:xfrm>
        <a:graphic>
          <a:graphicData uri="http://schemas.openxmlformats.org/drawingml/2006/table">
            <a:tbl>
              <a:tblPr/>
              <a:tblGrid>
                <a:gridCol w="50292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• Kotlin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5193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• Jetpack Compose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5193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• Android Accessibility Service API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5193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• MediaPipe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5193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• TensorFlow Lite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5193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• Room Database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5193D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217920" y="13716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APIs &amp; Services</a:t>
            </a:r>
            <a:endParaRPr lang="en-US" sz="1300" dirty="0"/>
          </a:p>
        </p:txBody>
      </p:sp>
      <p:graphicFrame>
        <p:nvGraphicFramePr>
          <p:cNvPr id="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17920" y="1828800"/>
          <a:ext cx="5486400" cy="914400"/>
        </p:xfrm>
        <a:graphic>
          <a:graphicData uri="http://schemas.openxmlformats.org/drawingml/2006/table">
            <a:tbl>
              <a:tblPr/>
              <a:tblGrid>
                <a:gridCol w="54864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• None specified.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5193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519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745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Milestones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1097280" cy="7315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0" y="36576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Total: 27 days</a:t>
            </a:r>
            <a:endParaRPr lang="en-US" sz="1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25880"/>
          <a:ext cx="11274552" cy="914400"/>
        </p:xfrm>
        <a:graphic>
          <a:graphicData uri="http://schemas.openxmlformats.org/drawingml/2006/table">
            <a:tbl>
              <a:tblPr/>
              <a:tblGrid>
                <a:gridCol w="2818638"/>
                <a:gridCol w="2818638"/>
                <a:gridCol w="2818638"/>
                <a:gridCol w="2818638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F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A62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Milestone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F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A62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F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A62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Days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F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A623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F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2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Android Capture &amp; Enhancement Pipeline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F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2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B0B8D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Implement the core Android Accessibility Service to capture screen frames and build a pre-processing pipeline using MediaPipe and TensorFlow Lite to correct blur and lighting artifacts.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F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2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5A6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F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247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F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9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Conversational Intent Mapper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F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9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B0B8D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Integrate an on-device quantized LLM to parse voice inputs and map natural language conversational commands to specific UI element targets and actions.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F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95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5A6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F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959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F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2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OS Action Execution &amp; Navigation Loop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F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2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B0B8D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Develop the execution engine that translates mapped intents into programmatic touch gestures, scrolls, and intra-app navigation actions using the Accessibility API, completing the closed-loop assistant workflow.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F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2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5A6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F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24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519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745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Resources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1097280" cy="7315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0"/>
            <a:ext cx="11274552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0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repositories curated for this project.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A6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5193D"/>
          </a:solidFill>
          <a:ln w="12700">
            <a:solidFill>
              <a:srgbClr val="1519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0"/>
            <a:ext cx="112745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15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 Loops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457200" y="2926080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15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Powered by ResearchOS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Develop an AI-powered tool designed to assist visually impaired individuals in navigating and using Android smartphones.</dc:title>
  <dc:subject>Develop an AI-powered tool designed to assist visually impaired individuals in navigating and using Android smartphones.</dc:subject>
  <dc:creator>ResearchOS · Logic Loops</dc:creator>
  <cp:lastModifiedBy>ResearchOS · Logic Loops</cp:lastModifiedBy>
  <cp:revision>1</cp:revision>
  <dcterms:created xsi:type="dcterms:W3CDTF">2026-07-28T08:49:11Z</dcterms:created>
  <dcterms:modified xsi:type="dcterms:W3CDTF">2026-07-28T08:49:11Z</dcterms:modified>
</cp:coreProperties>
</file>